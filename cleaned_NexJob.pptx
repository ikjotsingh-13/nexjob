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2-3.svg" ContentType="image/svg+xml"/>
  <Override PartName="/ppt/media/image-6-3.svg" ContentType="image/svg+xml"/>
  <Override PartName="/ppt/media/image-6-5.svg" ContentType="image/svg+xml"/>
  <Override PartName="/ppt/media/image-6-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Epilogue"/>
      <p:regular r:id="rId201314"/>
    </p:embeddedFont>
    <p:embeddedFont>
      <p:font typeface="Epilogue Medium"/>
      <p:regular r:id="rId201315"/>
    </p:embeddedFont>
    <p:embeddedFont>
      <p:font typeface="Epilogue Bold"/>
      <p:regular r:id="rId201316"/>
    </p:embeddedFont>
    <p:embeddedFont>
      <p:font typeface="Fraunces"/>
      <p:regular r:id="rId201317"/>
    </p:embeddedFont>
    <p:embeddedFont>
      <p:font typeface="Fraunces Medium"/>
      <p:regular r:id="rId201318"/>
    </p:embeddedFont>
    <p:embeddedFont>
      <p:font typeface="Fraunce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8838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NexJob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16249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 smarter job search experience — built for speed, clarity, and organization. Discover, filter, and save opportunities without the friction.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282380"/>
            <a:ext cx="1611967" cy="287139"/>
          </a:xfrm>
          <a:prstGeom prst="roundRect">
            <a:avLst>
              <a:gd name="adj" fmla="val 22118"/>
            </a:avLst>
          </a:prstGeom>
          <a:solidFill>
            <a:srgbClr val="181E34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74879" y="4339034"/>
            <a:ext cx="199474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FRONTEND PROJECT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367895" y="4282380"/>
            <a:ext cx="183718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C98C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2481300" y="4339034"/>
            <a:ext cx="22199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8C98CA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JOB SEARCH PLATFORM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9332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The Job Search Problem</a:t>
            </a:r>
            <a:endParaRPr lang="en-US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93614"/>
            <a:ext cx="6938590" cy="39319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66570" y="2838847"/>
            <a:ext cx="3569901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Most job seekers waste time jumping between platforms, reloading pages, and losing track of listings they meant to revisit. The process is fragmented, slow, and disorganized.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85110"/>
            <a:ext cx="3545989" cy="8435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4356" y="5651798"/>
            <a:ext cx="313642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Too many clicks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904356" y="5951637"/>
            <a:ext cx="313642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Complex navigation slows discovery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2754" y="5485110"/>
            <a:ext cx="3546089" cy="8435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65635" y="5651798"/>
            <a:ext cx="3136524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 memory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4565635" y="5951637"/>
            <a:ext cx="3136524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Saved listings disappear between sessions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84132" y="5485110"/>
            <a:ext cx="3545989" cy="84355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7013" y="5651798"/>
            <a:ext cx="313642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Slow filters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8227013" y="5951637"/>
            <a:ext cx="3136425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Page reloads break the search flow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One Platform. Zero Friction.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NexJob consolidates the entire job hunt into a single, streamlined experience. From first browse to final save, every interaction is designed to keep you moving forward — not stuck waiting or searching for what you already found.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032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Frictionless Job Discovery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2684363"/>
            <a:ext cx="356990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 Centralized Hub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030339"/>
            <a:ext cx="3569901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NexJob opens directly into a browsable feed of available opportunities. No complex menus, no multi-step onboarding — just immediate access to real job listings the moment you arrive.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7880" y="1306314"/>
            <a:ext cx="6938590" cy="39319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5497810"/>
            <a:ext cx="5376728" cy="818158"/>
          </a:xfrm>
          <a:prstGeom prst="roundRect">
            <a:avLst>
              <a:gd name="adj" fmla="val 758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15459" y="5651798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Instant access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15459" y="5951637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 sign-up wall to browse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53492" y="5497810"/>
            <a:ext cx="5376728" cy="818158"/>
          </a:xfrm>
          <a:prstGeom prst="roundRect">
            <a:avLst>
              <a:gd name="adj" fmla="val 7581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307476" y="5651798"/>
            <a:ext cx="506876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Clear layout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07476" y="5951637"/>
            <a:ext cx="506876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Readable, scannable listings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622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Instant Search &amp; Filtering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64022"/>
            <a:ext cx="11478330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Type a keyword — job title, company name, or skill — and results update in real time. No waiting. No page reloads. Just instant, relevant matches.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10084"/>
            <a:ext cx="10868745" cy="47712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05207" y="4793585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Type Keyword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505207" y="5171755"/>
            <a:ext cx="1905200" cy="386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Enter job title, company, or skill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854423" y="4720306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See Results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854423" y="5098477"/>
            <a:ext cx="1905200" cy="386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Listings update instantly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195516" y="1810419"/>
            <a:ext cx="1905200" cy="294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Apply Filter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195516" y="2188590"/>
            <a:ext cx="1905200" cy="386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Choose Full-time, Part-time, Contract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6168529"/>
            <a:ext cx="11478330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This real-time feedback loop keeps users in a state of flow, eliminating the interruption of traditional search-and-wait patterns.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0098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Powerful Filters, Zero Wait Time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165747"/>
            <a:ext cx="378014" cy="3780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47608" y="2230636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Keyword Search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847608" y="2639318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Search by job title, company, or any relevant term. Results refine as you type.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622179"/>
            <a:ext cx="378014" cy="3780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47608" y="3687068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Job Type Filter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5847608" y="4095750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Instantly narrow results to Full-time, Part-time, or Contract roles with a single click.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078611"/>
            <a:ext cx="378014" cy="3780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47608" y="514350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Live Updates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847608" y="5552182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No page reloads. The interface responds in milliseconds, keeping the search momentum alive.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33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Persistent Job Saving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927523"/>
            <a:ext cx="35042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Your Personal Job Organizer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032251" y="2411809"/>
            <a:ext cx="350421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Finding the right role takes time. NexJob lets users save any listing with a single click — and those saved jobs stay right where they left them, even after closing the browser.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032251" y="4136529"/>
            <a:ext cx="3504219" cy="1644253"/>
          </a:xfrm>
          <a:prstGeom prst="roundRect">
            <a:avLst>
              <a:gd name="adj" fmla="val 4828"/>
            </a:avLst>
          </a:prstGeom>
          <a:solidFill>
            <a:srgbClr val="283157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410571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46499" y="4353818"/>
            <a:ext cx="27009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Saved jobs persist across sessions, so your shortlist is always waiting when you return.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How the Features Work Together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975335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49020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Each feature removes a specific pain point — and together, they create a seamless, end-to-end job search workflow that is faster, smarter, and far more organized than traditional job boards.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76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Impact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50827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Core Features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Discovery, instant filtering, and persistent saving — all in one platform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1850827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0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Page Reloads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Search and filter updates happen instantly, with zero interruption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4196755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61475" y="505668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Centralized Hub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5465366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One place to browse, search, and organize your entire job hunt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4196755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∞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505668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Session Memory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3915" y="5465366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Saved jobs persist indefinitely — your shortlist is always ready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3878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NexJob — Built for the Modern Job Seeker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203549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NexJob proves that a thoughtful frontend experience can meaningfully improve a real-world process. By combining instant search, smart filtering, and persistent organization, it turns a fragmented, frustrating task into something fast, focused, and genuinely efficient.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928269"/>
            <a:ext cx="6296860" cy="2190948"/>
          </a:xfrm>
          <a:prstGeom prst="roundRect">
            <a:avLst>
              <a:gd name="adj" fmla="val 3623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239710" y="3934619"/>
            <a:ext cx="3142080" cy="1089124"/>
          </a:xfrm>
          <a:custGeom>
            <a:avLst/>
            <a:gdLst/>
            <a:ahLst/>
            <a:cxnLst/>
            <a:rect l="l" t="t" r="r" b="b"/>
            <a:pathLst>
              <a:path w="3142080" h="1089124">
                <a:moveTo>
                  <a:pt x="66156" y="0"/>
                </a:moveTo>
                <a:lnTo>
                  <a:pt x="3142080" y="0"/>
                </a:lnTo>
                <a:lnTo>
                  <a:pt x="3142080" y="1089124"/>
                </a:lnTo>
                <a:lnTo>
                  <a:pt x="0" y="1089124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283157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28717" y="4123630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Discover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4532313"/>
            <a:ext cx="27640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Browse instantly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3934619"/>
            <a:ext cx="3142080" cy="1089124"/>
          </a:xfrm>
          <a:custGeom>
            <a:avLst/>
            <a:gdLst/>
            <a:ahLst/>
            <a:cxnLst/>
            <a:rect l="l" t="t" r="r" b="b"/>
            <a:pathLst>
              <a:path w="3142080" h="1089124">
                <a:moveTo>
                  <a:pt x="0" y="0"/>
                </a:moveTo>
                <a:lnTo>
                  <a:pt x="3075924" y="0"/>
                </a:lnTo>
                <a:arcTo hR="66158" wR="66156" stAng="16200000" swAng="5400000"/>
                <a:lnTo>
                  <a:pt x="3142080" y="1089124"/>
                </a:lnTo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283157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381790" y="3934619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414A7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570797" y="4123630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Filter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70797" y="4532313"/>
            <a:ext cx="276406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Search in real time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9710" y="5023743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hR="66158" wR="66156" stAng="0" swAng="5400000"/>
                <a:lnTo>
                  <a:pt x="66156" y="1089124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283157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239710" y="502374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414A7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428717" y="521275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Save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8717" y="562143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Organize your hunt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2026-08-23T11:20:38Z</dcterms:created>
  <dcterms:modified xsi:type="dcterms:W3CDTF">2026-08-23T11:20:38Z</dcterms:modified>
</cp:coreProperties>
</file>